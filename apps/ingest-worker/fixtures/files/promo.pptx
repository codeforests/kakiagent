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ppt/presentation.xml><?xml version="1.0" encoding="utf-8"?>
<p:presentation xmlns:p="http://schemas.openxmlformats.org/presentationml/2006/main"/>
</file>

<file path=ppt/notesSlides/notes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Speaker notes, not read</a:t>
            </a:r>
          </a:p>
        </p:txBody>
      </p:sp>
    </p:spTree>
  </p:cSld>
</p:sld>
</file>

<file path=ppt/notesSlides/notes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Speaker notes, not read</a:t>
            </a:r>
          </a:p>
        </p:txBody>
      </p:sp>
    </p:spTree>
  </p:cSld>
</p:sld>
</file>

<file path=ppt/notesSlides/notes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Speaker notes, not read</a:t>
            </a:r>
          </a:p>
        </p:txBody>
      </p:sp>
    </p:spTree>
  </p:cSld>
</p:sld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Kaki Bakery</a:t>
            </a:r>
          </a:p>
          <a:p>
            <a:r>
              <a:t>Festive specials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Promotion: Christmas log cake — S$48.00 for members until 2026-12-25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Delivery policy: Free delivery for orders above S$80.</a:t>
            </a:r>
          </a:p>
        </p:txBody>
      </p:sp>
    </p:spTree>
  </p:cSld>
</p:sld>
</file>